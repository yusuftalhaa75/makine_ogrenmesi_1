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 Madenciliği Yöntemleri ile İşveren Sektörünün Sınıflandırılması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Çalışmanın</a:t>
            </a:r>
            <a:r>
              <a:rPr dirty="0"/>
              <a:t> </a:t>
            </a:r>
            <a:r>
              <a:rPr dirty="0" err="1"/>
              <a:t>Amacı</a:t>
            </a:r>
            <a:r>
              <a:rPr dirty="0"/>
              <a:t>:</a:t>
            </a:r>
          </a:p>
          <a:p>
            <a:r>
              <a:rPr dirty="0"/>
              <a:t>- </a:t>
            </a:r>
            <a:r>
              <a:rPr dirty="0" err="1"/>
              <a:t>İş</a:t>
            </a:r>
            <a:r>
              <a:rPr dirty="0"/>
              <a:t> </a:t>
            </a:r>
            <a:r>
              <a:rPr dirty="0" err="1"/>
              <a:t>araçları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algoritmalar</a:t>
            </a:r>
            <a:r>
              <a:rPr dirty="0"/>
              <a:t> </a:t>
            </a:r>
            <a:r>
              <a:rPr dirty="0" err="1"/>
              <a:t>kullanılarak</a:t>
            </a:r>
            <a:r>
              <a:rPr dirty="0"/>
              <a:t> </a:t>
            </a:r>
            <a:r>
              <a:rPr dirty="0" err="1"/>
              <a:t>sektör</a:t>
            </a:r>
            <a:r>
              <a:rPr dirty="0"/>
              <a:t> </a:t>
            </a:r>
            <a:r>
              <a:rPr dirty="0" err="1"/>
              <a:t>tahmini</a:t>
            </a:r>
            <a:r>
              <a:rPr dirty="0"/>
              <a:t> </a:t>
            </a:r>
            <a:r>
              <a:rPr dirty="0" err="1"/>
              <a:t>yapılması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Kullanılan</a:t>
            </a:r>
            <a:r>
              <a:rPr dirty="0"/>
              <a:t> Veri </a:t>
            </a:r>
            <a:r>
              <a:rPr dirty="0" err="1"/>
              <a:t>Seti</a:t>
            </a:r>
            <a:r>
              <a:rPr dirty="0"/>
              <a:t>:</a:t>
            </a:r>
          </a:p>
          <a:p>
            <a:r>
              <a:rPr dirty="0"/>
              <a:t>- Kaggle </a:t>
            </a:r>
            <a:r>
              <a:rPr dirty="0" err="1"/>
              <a:t>Anket</a:t>
            </a:r>
            <a:r>
              <a:rPr dirty="0"/>
              <a:t> </a:t>
            </a:r>
            <a:r>
              <a:rPr dirty="0" err="1"/>
              <a:t>Verisi</a:t>
            </a:r>
            <a:endParaRPr dirty="0"/>
          </a:p>
          <a:p>
            <a:endParaRPr dirty="0"/>
          </a:p>
          <a:p>
            <a:r>
              <a:rPr dirty="0" err="1"/>
              <a:t>Hazırlayan</a:t>
            </a:r>
            <a:r>
              <a:rPr dirty="0"/>
              <a:t>: [</a:t>
            </a:r>
            <a:r>
              <a:rPr dirty="0" err="1"/>
              <a:t>Senin</a:t>
            </a:r>
            <a:r>
              <a:rPr dirty="0"/>
              <a:t> </a:t>
            </a:r>
            <a:r>
              <a:rPr dirty="0" err="1"/>
              <a:t>Adın</a:t>
            </a:r>
            <a:r>
              <a:rPr dirty="0"/>
              <a:t>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Çalışmanın Amacı ve Kullanılan Yöntemler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Veri </a:t>
            </a:r>
            <a:r>
              <a:rPr dirty="0" err="1"/>
              <a:t>Ön</a:t>
            </a:r>
            <a:r>
              <a:rPr dirty="0"/>
              <a:t> </a:t>
            </a:r>
            <a:r>
              <a:rPr dirty="0" err="1"/>
              <a:t>İşleme</a:t>
            </a:r>
            <a:r>
              <a:rPr dirty="0"/>
              <a:t> </a:t>
            </a:r>
            <a:r>
              <a:rPr dirty="0" err="1"/>
              <a:t>Uygulandı</a:t>
            </a:r>
            <a:r>
              <a:rPr dirty="0"/>
              <a:t>.</a:t>
            </a:r>
          </a:p>
          <a:p>
            <a:r>
              <a:rPr dirty="0"/>
              <a:t>- C4.5 (Decision Tree), Random Forest, KNN </a:t>
            </a:r>
            <a:r>
              <a:rPr dirty="0" err="1"/>
              <a:t>Modelleri</a:t>
            </a:r>
            <a:r>
              <a:rPr dirty="0"/>
              <a:t> </a:t>
            </a:r>
            <a:r>
              <a:rPr dirty="0" err="1"/>
              <a:t>Kullanıldı</a:t>
            </a:r>
            <a:r>
              <a:rPr dirty="0"/>
              <a:t>.</a:t>
            </a:r>
          </a:p>
          <a:p>
            <a:r>
              <a:rPr dirty="0"/>
              <a:t>- 10-Fold </a:t>
            </a:r>
            <a:r>
              <a:rPr dirty="0" err="1"/>
              <a:t>Çapraz</a:t>
            </a:r>
            <a:r>
              <a:rPr dirty="0"/>
              <a:t> </a:t>
            </a:r>
            <a:r>
              <a:rPr dirty="0" err="1"/>
              <a:t>Doğrulama</a:t>
            </a:r>
            <a:r>
              <a:rPr dirty="0"/>
              <a:t> </a:t>
            </a:r>
            <a:r>
              <a:rPr dirty="0" err="1"/>
              <a:t>Yöntemi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Test </a:t>
            </a:r>
            <a:r>
              <a:rPr dirty="0" err="1"/>
              <a:t>Edildi</a:t>
            </a:r>
            <a:r>
              <a:rPr dirty="0"/>
              <a:t>.</a:t>
            </a:r>
            <a:endParaRPr lang="tr-TR" dirty="0"/>
          </a:p>
          <a:p>
            <a:endParaRPr lang="tr-TR" dirty="0"/>
          </a:p>
          <a:p>
            <a:pPr marL="0" indent="0">
              <a:buNone/>
            </a:pPr>
            <a:r>
              <a:rPr lang="tr-TR" dirty="0"/>
              <a:t>-Ek olarak ‘</a:t>
            </a:r>
            <a:r>
              <a:rPr lang="tr-TR" dirty="0" err="1"/>
              <a:t>Naive</a:t>
            </a:r>
            <a:r>
              <a:rPr lang="tr-TR" dirty="0"/>
              <a:t> </a:t>
            </a:r>
            <a:r>
              <a:rPr lang="tr-TR" dirty="0" err="1"/>
              <a:t>Bayers</a:t>
            </a:r>
            <a:r>
              <a:rPr lang="tr-TR" dirty="0"/>
              <a:t>’ modeli kullanıldı.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Kullanılan Veri Seti Bilgileri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Özellikler: WorkToolsSelect, LanguageRecommendationSelect, WorkAlgorithmsSelect</a:t>
            </a:r>
          </a:p>
          <a:p>
            <a:r>
              <a:t>- Hedef Değişken: EmployerIndustry</a:t>
            </a:r>
          </a:p>
          <a:p>
            <a:r>
              <a:t>- Veri Temizliği ve Sayısallaştırma İşlemleri Yapıldı.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Orijinal Veri Üzerinde Yapılan Analizler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Aşağıdaki grafikler orijinal (ham) veri seti kullanılarak oluşturulmuştur.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Orijinal Veri - Grafik 1</a:t>
            </a:r>
          </a:p>
        </p:txBody>
      </p:sp>
      <p:pic>
        <p:nvPicPr>
          <p:cNvPr id="3" name="Picture 2" descr="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Bu grafik, orijinal verinin 1. analiz çıktısını göstermektedir.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Orijinal Veri - Grafik 2</a:t>
            </a:r>
          </a:p>
        </p:txBody>
      </p:sp>
      <p:pic>
        <p:nvPicPr>
          <p:cNvPr id="3" name="Picture 2" descr="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Bu grafik, orijinal verinin 2. analiz çıktısını göstermektedir.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Orijinal Veri - Grafik 3</a:t>
            </a:r>
          </a:p>
        </p:txBody>
      </p:sp>
      <p:pic>
        <p:nvPicPr>
          <p:cNvPr id="3" name="Picture 2" descr="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Bu grafik, orijinal verinin 3. analiz çıktısını göstermektedir.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Orijinal Veri - Grafik 4</a:t>
            </a:r>
          </a:p>
        </p:txBody>
      </p:sp>
      <p:pic>
        <p:nvPicPr>
          <p:cNvPr id="3" name="Picture 2" descr="im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Bu grafik, orijinal verinin 4. analiz çıktısını göstermektedir.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Üzerinde Yapılan Analizler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Aşağıdaki grafikler veri ön işleme adımlarından sonra elde edilmiştir.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1</a:t>
            </a:r>
          </a:p>
        </p:txBody>
      </p:sp>
      <p:pic>
        <p:nvPicPr>
          <p:cNvPr id="3" name="Picture 2" descr="im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Bu grafik, ön işlenmiş verinin 1. analiz çıktısını göstermektedir.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2</a:t>
            </a:r>
          </a:p>
        </p:txBody>
      </p:sp>
      <p:pic>
        <p:nvPicPr>
          <p:cNvPr id="3" name="Picture 2" descr="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Bu grafik, ön işlenmiş verinin 2. analiz çıktısını göstermektedir.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3</a:t>
            </a:r>
          </a:p>
        </p:txBody>
      </p:sp>
      <p:pic>
        <p:nvPicPr>
          <p:cNvPr id="3" name="Picture 2" descr="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Bu grafik, ön işlenmiş verinin 3. analiz çıktısını göstermektedir.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4</a:t>
            </a:r>
          </a:p>
        </p:txBody>
      </p:sp>
      <p:pic>
        <p:nvPicPr>
          <p:cNvPr id="3" name="Picture 2" descr="img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Bu grafik, ön işlenmiş verinin 4. analiz çıktısını göstermektedir.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5</a:t>
            </a:r>
          </a:p>
        </p:txBody>
      </p:sp>
      <p:pic>
        <p:nvPicPr>
          <p:cNvPr id="3" name="Picture 2" descr="img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Bu grafik, ön işlenmiş verinin 5. analiz çıktısını göstermektedir.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6</a:t>
            </a:r>
          </a:p>
        </p:txBody>
      </p:sp>
      <p:pic>
        <p:nvPicPr>
          <p:cNvPr id="3" name="Picture 2" descr="img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Bu grafik, ön işlenmiş verinin 6. analiz çıktısını göstermektedir.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7</a:t>
            </a:r>
          </a:p>
        </p:txBody>
      </p:sp>
      <p:pic>
        <p:nvPicPr>
          <p:cNvPr id="3" name="Picture 2" descr="img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Bu grafik, ön işlenmiş verinin 7. analiz çıktısını göstermektedir.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8</a:t>
            </a:r>
          </a:p>
        </p:txBody>
      </p:sp>
      <p:pic>
        <p:nvPicPr>
          <p:cNvPr id="3" name="Picture 2" descr="img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Bu grafik, ön işlenmiş verinin 8. analiz çıktısını göstermektedir.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9</a:t>
            </a:r>
          </a:p>
        </p:txBody>
      </p:sp>
      <p:pic>
        <p:nvPicPr>
          <p:cNvPr id="3" name="Picture 2" descr="img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Bu grafik, ön işlenmiş verinin 9. analiz çıktısını göstermektedir.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10</a:t>
            </a:r>
          </a:p>
        </p:txBody>
      </p:sp>
      <p:pic>
        <p:nvPicPr>
          <p:cNvPr id="3" name="Picture 2" descr="img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Bu grafik, ön işlenmiş verinin 10. analiz çıktısını göstermektedir.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11</a:t>
            </a:r>
          </a:p>
        </p:txBody>
      </p:sp>
      <p:pic>
        <p:nvPicPr>
          <p:cNvPr id="3" name="Picture 2" descr="img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Bu grafik, ön işlenmiş verinin 11. analiz çıktısını göstermektedir.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Ön İşlenmiş Veri - Grafik 12</a:t>
            </a:r>
          </a:p>
        </p:txBody>
      </p:sp>
      <p:pic>
        <p:nvPicPr>
          <p:cNvPr id="3" name="Picture 2" descr="img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7724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Bu grafik, ön işlenmiş verinin 12. analiz çıktısını göstermektedir.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Çalışmadan Elde Edilen Sonuçlar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- Random Forest </a:t>
            </a:r>
            <a:r>
              <a:rPr dirty="0" err="1"/>
              <a:t>modeli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yüksek</a:t>
            </a:r>
            <a:r>
              <a:rPr dirty="0"/>
              <a:t> </a:t>
            </a:r>
            <a:r>
              <a:rPr dirty="0" err="1"/>
              <a:t>başarıyı</a:t>
            </a:r>
            <a:r>
              <a:rPr dirty="0"/>
              <a:t> </a:t>
            </a:r>
            <a:r>
              <a:rPr dirty="0" err="1"/>
              <a:t>göstermiştir</a:t>
            </a:r>
            <a:r>
              <a:rPr dirty="0"/>
              <a:t>.</a:t>
            </a:r>
          </a:p>
          <a:p>
            <a:r>
              <a:rPr dirty="0"/>
              <a:t>- Veri </a:t>
            </a:r>
            <a:r>
              <a:rPr dirty="0" err="1"/>
              <a:t>ön</a:t>
            </a:r>
            <a:r>
              <a:rPr dirty="0"/>
              <a:t> </a:t>
            </a:r>
            <a:r>
              <a:rPr dirty="0" err="1"/>
              <a:t>işleme</a:t>
            </a:r>
            <a:r>
              <a:rPr dirty="0"/>
              <a:t>, </a:t>
            </a:r>
            <a:r>
              <a:rPr dirty="0" err="1"/>
              <a:t>doğruluk</a:t>
            </a:r>
            <a:r>
              <a:rPr dirty="0"/>
              <a:t> </a:t>
            </a:r>
            <a:r>
              <a:rPr dirty="0" err="1"/>
              <a:t>oranlarında</a:t>
            </a:r>
            <a:r>
              <a:rPr dirty="0"/>
              <a:t> </a:t>
            </a:r>
            <a:r>
              <a:rPr dirty="0" err="1"/>
              <a:t>önemli</a:t>
            </a:r>
            <a:r>
              <a:rPr dirty="0"/>
              <a:t> </a:t>
            </a:r>
            <a:r>
              <a:rPr dirty="0" err="1"/>
              <a:t>artış</a:t>
            </a:r>
            <a:r>
              <a:rPr dirty="0"/>
              <a:t> </a:t>
            </a:r>
            <a:r>
              <a:rPr dirty="0" err="1"/>
              <a:t>sağlamıştır</a:t>
            </a:r>
            <a:r>
              <a:rPr dirty="0"/>
              <a:t>.</a:t>
            </a:r>
          </a:p>
          <a:p>
            <a:r>
              <a:rPr dirty="0"/>
              <a:t>- 10-Fold </a:t>
            </a:r>
            <a:r>
              <a:rPr dirty="0" err="1"/>
              <a:t>Çapraz</a:t>
            </a:r>
            <a:r>
              <a:rPr dirty="0"/>
              <a:t> </a:t>
            </a:r>
            <a:r>
              <a:rPr dirty="0" err="1"/>
              <a:t>Doğrulama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</a:t>
            </a:r>
            <a:r>
              <a:rPr dirty="0" err="1"/>
              <a:t>daha</a:t>
            </a:r>
            <a:r>
              <a:rPr dirty="0"/>
              <a:t> </a:t>
            </a:r>
            <a:r>
              <a:rPr dirty="0" err="1"/>
              <a:t>sağlam</a:t>
            </a:r>
            <a:r>
              <a:rPr dirty="0"/>
              <a:t> test </a:t>
            </a:r>
            <a:r>
              <a:rPr dirty="0" err="1"/>
              <a:t>sonuçları</a:t>
            </a:r>
            <a:r>
              <a:rPr dirty="0"/>
              <a:t> </a:t>
            </a:r>
            <a:r>
              <a:rPr dirty="0" err="1"/>
              <a:t>elde</a:t>
            </a:r>
            <a:r>
              <a:rPr dirty="0"/>
              <a:t> </a:t>
            </a:r>
            <a:r>
              <a:rPr dirty="0" err="1"/>
              <a:t>edilmiştir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Öneriler</a:t>
            </a:r>
            <a:r>
              <a:rPr dirty="0"/>
              <a:t>:</a:t>
            </a:r>
          </a:p>
          <a:p>
            <a:r>
              <a:rPr dirty="0"/>
              <a:t>- </a:t>
            </a:r>
            <a:r>
              <a:rPr dirty="0" err="1"/>
              <a:t>Daha</a:t>
            </a:r>
            <a:r>
              <a:rPr dirty="0"/>
              <a:t> </a:t>
            </a:r>
            <a:r>
              <a:rPr dirty="0" err="1"/>
              <a:t>fazla</a:t>
            </a:r>
            <a:r>
              <a:rPr dirty="0"/>
              <a:t> </a:t>
            </a:r>
            <a:r>
              <a:rPr dirty="0" err="1"/>
              <a:t>özellik</a:t>
            </a:r>
            <a:r>
              <a:rPr dirty="0"/>
              <a:t> </a:t>
            </a:r>
            <a:r>
              <a:rPr dirty="0" err="1"/>
              <a:t>eklenebilir</a:t>
            </a:r>
            <a:r>
              <a:rPr dirty="0"/>
              <a:t>.</a:t>
            </a:r>
          </a:p>
          <a:p>
            <a:r>
              <a:rPr dirty="0"/>
              <a:t>- </a:t>
            </a:r>
            <a:r>
              <a:rPr dirty="0" err="1"/>
              <a:t>Farklı</a:t>
            </a:r>
            <a:r>
              <a:rPr dirty="0"/>
              <a:t> </a:t>
            </a:r>
            <a:r>
              <a:rPr dirty="0" err="1"/>
              <a:t>makine</a:t>
            </a:r>
            <a:r>
              <a:rPr dirty="0"/>
              <a:t> </a:t>
            </a:r>
            <a:r>
              <a:rPr dirty="0" err="1"/>
              <a:t>öğrenmesi</a:t>
            </a:r>
            <a:r>
              <a:rPr dirty="0"/>
              <a:t> </a:t>
            </a:r>
            <a:r>
              <a:rPr dirty="0" err="1"/>
              <a:t>algoritmaları</a:t>
            </a:r>
            <a:r>
              <a:rPr dirty="0"/>
              <a:t> </a:t>
            </a:r>
            <a:r>
              <a:rPr dirty="0" err="1"/>
              <a:t>denenebilir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Teşekkürler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Dinlediğiniz için teşekkür ederim.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471</Words>
  <Application>Microsoft Office PowerPoint</Application>
  <PresentationFormat>Ekran Gösterisi (4:3)</PresentationFormat>
  <Paragraphs>64</Paragraphs>
  <Slides>23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Veri Madenciliği Yöntemleri ile İşveren Sektörünün Sınıflandırılması</vt:lpstr>
      <vt:lpstr>Çalışmanın Amacı ve Kullanılan Yöntemler</vt:lpstr>
      <vt:lpstr>Kullanılan Veri Seti Bilgileri</vt:lpstr>
      <vt:lpstr>Orijinal Veri Üzerinde Yapılan Analizler</vt:lpstr>
      <vt:lpstr>Orijinal Veri - Grafik 1</vt:lpstr>
      <vt:lpstr>Orijinal Veri - Grafik 2</vt:lpstr>
      <vt:lpstr>Orijinal Veri - Grafik 3</vt:lpstr>
      <vt:lpstr>Orijinal Veri - Grafik 4</vt:lpstr>
      <vt:lpstr>Ön İşlenmiş Veri Üzerinde Yapılan Analizler</vt:lpstr>
      <vt:lpstr>Ön İşlenmiş Veri - Grafik 1</vt:lpstr>
      <vt:lpstr>Ön İşlenmiş Veri - Grafik 2</vt:lpstr>
      <vt:lpstr>Ön İşlenmiş Veri - Grafik 3</vt:lpstr>
      <vt:lpstr>Ön İşlenmiş Veri - Grafik 4</vt:lpstr>
      <vt:lpstr>Ön İşlenmiş Veri - Grafik 5</vt:lpstr>
      <vt:lpstr>Ön İşlenmiş Veri - Grafik 6</vt:lpstr>
      <vt:lpstr>Ön İşlenmiş Veri - Grafik 7</vt:lpstr>
      <vt:lpstr>Ön İşlenmiş Veri - Grafik 8</vt:lpstr>
      <vt:lpstr>Ön İşlenmiş Veri - Grafik 9</vt:lpstr>
      <vt:lpstr>Ön İşlenmiş Veri - Grafik 10</vt:lpstr>
      <vt:lpstr>Ön İşlenmiş Veri - Grafik 11</vt:lpstr>
      <vt:lpstr>Ön İşlenmiş Veri - Grafik 12</vt:lpstr>
      <vt:lpstr>Çalışmadan Elde Edilen Sonuçlar</vt:lpstr>
      <vt:lpstr>Teşekkürler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 Madenciliği Yöntemleri ile İşveren Sektörünün Sınıflandırılması</dc:title>
  <dc:subject/>
  <dc:creator/>
  <cp:keywords/>
  <dc:description>generated using python-pptx</dc:description>
  <cp:lastModifiedBy>Berkay Yılmaz</cp:lastModifiedBy>
  <cp:revision>2</cp:revision>
  <dcterms:created xsi:type="dcterms:W3CDTF">2013-01-27T09:14:16Z</dcterms:created>
  <dcterms:modified xsi:type="dcterms:W3CDTF">2025-04-27T16:39:45Z</dcterms:modified>
  <cp:category/>
</cp:coreProperties>
</file>